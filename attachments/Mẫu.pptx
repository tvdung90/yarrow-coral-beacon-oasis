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8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50"/>
    <a:srgbClr val="2B61A4"/>
    <a:srgbClr val="366797"/>
    <a:srgbClr val="FF0066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517" autoAdjust="0"/>
    <p:restoredTop sz="88376" autoAdjust="0"/>
  </p:normalViewPr>
  <p:slideViewPr>
    <p:cSldViewPr snapToGrid="0" showGuides="1">
      <p:cViewPr varScale="1">
        <p:scale>
          <a:sx n="67" d="100"/>
          <a:sy n="67" d="100"/>
        </p:scale>
        <p:origin x="184" y="7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B7B3D8-AC12-4E73-A75E-E52A26B474A4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A71F05-0490-482D-B1B7-C662037F3B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5461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Click</a:t>
            </a:r>
            <a:r>
              <a:rPr lang="en-GB" baseline="0" dirty="0"/>
              <a:t> once to reveal a circle</a:t>
            </a:r>
          </a:p>
          <a:p>
            <a:r>
              <a:rPr lang="en-GB" baseline="0" dirty="0"/>
              <a:t>Click again to reveal a cross</a:t>
            </a:r>
          </a:p>
          <a:p>
            <a:r>
              <a:rPr lang="en-GB" baseline="0" dirty="0"/>
              <a:t>Click once more to show the text again</a:t>
            </a:r>
          </a:p>
          <a:p>
            <a:r>
              <a:rPr lang="en-GB" baseline="0" dirty="0"/>
              <a:t>Click play again to reset the board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A71F05-0490-482D-B1B7-C662037F3B62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6855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B727B-82E2-492E-AFD2-1B3162300F4A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91012-D16D-4DB7-8065-EA1D1F0C35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8307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B727B-82E2-492E-AFD2-1B3162300F4A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91012-D16D-4DB7-8065-EA1D1F0C35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5060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B727B-82E2-492E-AFD2-1B3162300F4A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91012-D16D-4DB7-8065-EA1D1F0C35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7311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B727B-82E2-492E-AFD2-1B3162300F4A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91012-D16D-4DB7-8065-EA1D1F0C35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4471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B727B-82E2-492E-AFD2-1B3162300F4A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91012-D16D-4DB7-8065-EA1D1F0C35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2367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B727B-82E2-492E-AFD2-1B3162300F4A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91012-D16D-4DB7-8065-EA1D1F0C35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1321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B727B-82E2-492E-AFD2-1B3162300F4A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91012-D16D-4DB7-8065-EA1D1F0C35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366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B727B-82E2-492E-AFD2-1B3162300F4A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91012-D16D-4DB7-8065-EA1D1F0C35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8105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B727B-82E2-492E-AFD2-1B3162300F4A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91012-D16D-4DB7-8065-EA1D1F0C35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4884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B727B-82E2-492E-AFD2-1B3162300F4A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91012-D16D-4DB7-8065-EA1D1F0C35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289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B727B-82E2-492E-AFD2-1B3162300F4A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91012-D16D-4DB7-8065-EA1D1F0C35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3570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89000"/>
              </a:schemeClr>
            </a:gs>
            <a:gs pos="23000">
              <a:schemeClr val="accent1">
                <a:lumMod val="89000"/>
              </a:schemeClr>
            </a:gs>
            <a:gs pos="69000">
              <a:schemeClr val="accent1">
                <a:lumMod val="75000"/>
              </a:schemeClr>
            </a:gs>
            <a:gs pos="97000">
              <a:schemeClr val="accent1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5B727B-82E2-492E-AFD2-1B3162300F4A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E91012-D16D-4DB7-8065-EA1D1F0C35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6009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g"/><Relationship Id="rId7" Type="http://schemas.openxmlformats.org/officeDocument/2006/relationships/image" Target="../media/image6.jpe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jpg"/><Relationship Id="rId4" Type="http://schemas.openxmlformats.org/officeDocument/2006/relationships/image" Target="../media/image3.pn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Baby Shark | Tic Tac Toe | Html5 Game by NubiaStudio | CodeCanyon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7" t="24213" r="1137" b="1937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7546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89000"/>
              </a:schemeClr>
            </a:gs>
            <a:gs pos="23000">
              <a:schemeClr val="accent1">
                <a:lumMod val="89000"/>
              </a:schemeClr>
            </a:gs>
            <a:gs pos="69000">
              <a:schemeClr val="accent1">
                <a:lumMod val="75000"/>
              </a:schemeClr>
            </a:gs>
            <a:gs pos="97000">
              <a:schemeClr val="accent1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y Again Button"/>
          <p:cNvSpPr/>
          <p:nvPr/>
        </p:nvSpPr>
        <p:spPr>
          <a:xfrm>
            <a:off x="547852" y="6232056"/>
            <a:ext cx="1800000" cy="54000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PLAY AGAIN</a:t>
            </a:r>
            <a:endParaRPr lang="en-GB" sz="20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X1"/>
          <p:cNvSpPr/>
          <p:nvPr/>
        </p:nvSpPr>
        <p:spPr>
          <a:xfrm>
            <a:off x="5038822" y="139482"/>
            <a:ext cx="2160000" cy="21600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600" dirty="0">
                <a:ln>
                  <a:solidFill>
                    <a:sysClr val="windowText" lastClr="000000"/>
                  </a:solidFill>
                </a:ln>
                <a:solidFill>
                  <a:srgbClr val="FF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5" name="X2"/>
          <p:cNvSpPr/>
          <p:nvPr/>
        </p:nvSpPr>
        <p:spPr>
          <a:xfrm>
            <a:off x="7266990" y="160320"/>
            <a:ext cx="2160000" cy="216000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600" dirty="0">
                <a:ln>
                  <a:solidFill>
                    <a:sysClr val="windowText" lastClr="000000"/>
                  </a:solidFill>
                </a:ln>
                <a:solidFill>
                  <a:srgbClr val="FF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lang="en-GB" sz="3200" dirty="0">
              <a:solidFill>
                <a:srgbClr val="FF006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X3"/>
          <p:cNvSpPr/>
          <p:nvPr/>
        </p:nvSpPr>
        <p:spPr>
          <a:xfrm>
            <a:off x="9510137" y="138960"/>
            <a:ext cx="2160000" cy="2160000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600" dirty="0">
                <a:ln>
                  <a:solidFill>
                    <a:sysClr val="windowText" lastClr="000000"/>
                  </a:solidFill>
                </a:ln>
                <a:solidFill>
                  <a:srgbClr val="FF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lang="en-GB" sz="3200" dirty="0">
              <a:solidFill>
                <a:srgbClr val="FF006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X4"/>
          <p:cNvSpPr/>
          <p:nvPr/>
        </p:nvSpPr>
        <p:spPr>
          <a:xfrm>
            <a:off x="5050560" y="2349000"/>
            <a:ext cx="2160000" cy="2160000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600" dirty="0">
                <a:ln>
                  <a:solidFill>
                    <a:sysClr val="windowText" lastClr="000000"/>
                  </a:solidFill>
                </a:ln>
                <a:solidFill>
                  <a:srgbClr val="FF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lang="en-GB" sz="3200" dirty="0">
              <a:solidFill>
                <a:srgbClr val="FF006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X5"/>
          <p:cNvSpPr/>
          <p:nvPr/>
        </p:nvSpPr>
        <p:spPr>
          <a:xfrm>
            <a:off x="7259344" y="2333784"/>
            <a:ext cx="2152406" cy="2160000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600" dirty="0">
                <a:ln>
                  <a:solidFill>
                    <a:sysClr val="windowText" lastClr="000000"/>
                  </a:solidFill>
                </a:ln>
                <a:solidFill>
                  <a:srgbClr val="FF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lang="en-GB" sz="3200" dirty="0">
              <a:solidFill>
                <a:srgbClr val="FF006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X6"/>
          <p:cNvSpPr/>
          <p:nvPr/>
        </p:nvSpPr>
        <p:spPr>
          <a:xfrm>
            <a:off x="9505148" y="2321808"/>
            <a:ext cx="2160000" cy="2160000"/>
          </a:xfrm>
          <a:prstGeom prst="rect">
            <a:avLst/>
          </a:prstGeom>
          <a:blipFill>
            <a:blip r:embed="rId8"/>
            <a:stretch>
              <a:fillRect/>
            </a:stretch>
          </a:blip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600" dirty="0">
                <a:ln>
                  <a:solidFill>
                    <a:sysClr val="windowText" lastClr="000000"/>
                  </a:solidFill>
                </a:ln>
                <a:solidFill>
                  <a:srgbClr val="FF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lang="en-GB" sz="3200" dirty="0">
              <a:solidFill>
                <a:srgbClr val="FF006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X7"/>
          <p:cNvSpPr/>
          <p:nvPr/>
        </p:nvSpPr>
        <p:spPr>
          <a:xfrm>
            <a:off x="5050560" y="4509000"/>
            <a:ext cx="2160000" cy="2160000"/>
          </a:xfrm>
          <a:prstGeom prst="rect">
            <a:avLst/>
          </a:prstGeom>
          <a:blipFill>
            <a:blip r:embed="rId9"/>
            <a:stretch>
              <a:fillRect/>
            </a:stretch>
          </a:blip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600" dirty="0">
                <a:ln>
                  <a:solidFill>
                    <a:sysClr val="windowText" lastClr="000000"/>
                  </a:solidFill>
                </a:ln>
                <a:solidFill>
                  <a:srgbClr val="FF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lang="en-GB" sz="3200" dirty="0">
              <a:solidFill>
                <a:srgbClr val="FF006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X8"/>
          <p:cNvSpPr/>
          <p:nvPr/>
        </p:nvSpPr>
        <p:spPr>
          <a:xfrm>
            <a:off x="7259344" y="4545000"/>
            <a:ext cx="2232240" cy="2160000"/>
          </a:xfrm>
          <a:prstGeom prst="rect">
            <a:avLst/>
          </a:prstGeom>
          <a:blipFill>
            <a:blip r:embed="rId10"/>
            <a:stretch>
              <a:fillRect/>
            </a:stretch>
          </a:blip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600" dirty="0">
                <a:ln>
                  <a:solidFill>
                    <a:sysClr val="windowText" lastClr="000000"/>
                  </a:solidFill>
                </a:ln>
                <a:solidFill>
                  <a:srgbClr val="FF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lang="en-GB" sz="3200" dirty="0">
              <a:solidFill>
                <a:srgbClr val="FF006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X9"/>
          <p:cNvSpPr/>
          <p:nvPr/>
        </p:nvSpPr>
        <p:spPr>
          <a:xfrm>
            <a:off x="9475350" y="4520976"/>
            <a:ext cx="2160000" cy="2160000"/>
          </a:xfrm>
          <a:prstGeom prst="rect">
            <a:avLst/>
          </a:prstGeom>
          <a:blipFill>
            <a:blip r:embed="rId11"/>
            <a:stretch>
              <a:fillRect/>
            </a:stretch>
          </a:blip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600" dirty="0">
                <a:ln>
                  <a:solidFill>
                    <a:sysClr val="windowText" lastClr="000000"/>
                  </a:solidFill>
                </a:ln>
                <a:solidFill>
                  <a:srgbClr val="FF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lang="en-GB" sz="3200" dirty="0">
              <a:solidFill>
                <a:srgbClr val="FF006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O1"/>
          <p:cNvSpPr/>
          <p:nvPr/>
        </p:nvSpPr>
        <p:spPr>
          <a:xfrm>
            <a:off x="5016000" y="171768"/>
            <a:ext cx="2160000" cy="21600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600" dirty="0">
                <a:ln>
                  <a:solidFill>
                    <a:sysClr val="windowText" lastClr="000000"/>
                  </a:solidFill>
                </a:ln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</a:p>
        </p:txBody>
      </p:sp>
      <p:sp>
        <p:nvSpPr>
          <p:cNvPr id="15" name="O2"/>
          <p:cNvSpPr/>
          <p:nvPr/>
        </p:nvSpPr>
        <p:spPr>
          <a:xfrm>
            <a:off x="7266990" y="155748"/>
            <a:ext cx="2160000" cy="216000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600" dirty="0">
                <a:ln>
                  <a:solidFill>
                    <a:sysClr val="windowText" lastClr="000000"/>
                  </a:solidFill>
                </a:ln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endParaRPr lang="en-GB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O3"/>
          <p:cNvSpPr/>
          <p:nvPr/>
        </p:nvSpPr>
        <p:spPr>
          <a:xfrm>
            <a:off x="9510137" y="130934"/>
            <a:ext cx="2160000" cy="2160000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600" dirty="0">
                <a:ln>
                  <a:solidFill>
                    <a:sysClr val="windowText" lastClr="000000"/>
                  </a:solidFill>
                </a:ln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endParaRPr lang="en-GB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O4"/>
          <p:cNvSpPr/>
          <p:nvPr/>
        </p:nvSpPr>
        <p:spPr>
          <a:xfrm>
            <a:off x="5057672" y="2349000"/>
            <a:ext cx="2160000" cy="2160000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600" dirty="0">
                <a:ln>
                  <a:solidFill>
                    <a:sysClr val="windowText" lastClr="000000"/>
                  </a:solidFill>
                </a:ln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endParaRPr lang="en-GB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O5"/>
          <p:cNvSpPr/>
          <p:nvPr/>
        </p:nvSpPr>
        <p:spPr>
          <a:xfrm>
            <a:off x="7268401" y="2349000"/>
            <a:ext cx="2169525" cy="2160000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600" dirty="0">
                <a:ln>
                  <a:solidFill>
                    <a:sysClr val="windowText" lastClr="000000"/>
                  </a:solidFill>
                </a:ln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endParaRPr lang="en-GB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O6"/>
          <p:cNvSpPr/>
          <p:nvPr/>
        </p:nvSpPr>
        <p:spPr>
          <a:xfrm>
            <a:off x="9537725" y="2368080"/>
            <a:ext cx="2160000" cy="2160000"/>
          </a:xfrm>
          <a:prstGeom prst="rect">
            <a:avLst/>
          </a:prstGeom>
          <a:blipFill>
            <a:blip r:embed="rId8"/>
            <a:stretch>
              <a:fillRect/>
            </a:stretch>
          </a:blip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600" dirty="0">
                <a:ln>
                  <a:solidFill>
                    <a:sysClr val="windowText" lastClr="000000"/>
                  </a:solidFill>
                </a:ln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endParaRPr lang="en-GB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O7"/>
          <p:cNvSpPr/>
          <p:nvPr/>
        </p:nvSpPr>
        <p:spPr>
          <a:xfrm>
            <a:off x="5063422" y="4545000"/>
            <a:ext cx="2160811" cy="2160000"/>
          </a:xfrm>
          <a:prstGeom prst="rect">
            <a:avLst/>
          </a:prstGeom>
          <a:blipFill>
            <a:blip r:embed="rId9"/>
            <a:stretch>
              <a:fillRect/>
            </a:stretch>
          </a:blip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600" dirty="0">
                <a:ln>
                  <a:solidFill>
                    <a:sysClr val="windowText" lastClr="000000"/>
                  </a:solidFill>
                </a:ln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endParaRPr lang="en-GB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O8"/>
          <p:cNvSpPr/>
          <p:nvPr/>
        </p:nvSpPr>
        <p:spPr>
          <a:xfrm>
            <a:off x="7290393" y="4537368"/>
            <a:ext cx="2095288" cy="2160000"/>
          </a:xfrm>
          <a:prstGeom prst="rect">
            <a:avLst/>
          </a:prstGeom>
          <a:blipFill>
            <a:blip r:embed="rId10"/>
            <a:stretch>
              <a:fillRect/>
            </a:stretch>
          </a:blip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600" dirty="0">
                <a:ln>
                  <a:solidFill>
                    <a:sysClr val="windowText" lastClr="000000"/>
                  </a:solidFill>
                </a:ln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endParaRPr lang="en-GB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O9"/>
          <p:cNvSpPr/>
          <p:nvPr/>
        </p:nvSpPr>
        <p:spPr>
          <a:xfrm>
            <a:off x="9472861" y="4509000"/>
            <a:ext cx="2160000" cy="2160000"/>
          </a:xfrm>
          <a:prstGeom prst="rect">
            <a:avLst/>
          </a:prstGeom>
          <a:blipFill>
            <a:blip r:embed="rId11"/>
            <a:stretch>
              <a:fillRect/>
            </a:stretch>
          </a:blip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600" dirty="0">
                <a:ln>
                  <a:solidFill>
                    <a:sysClr val="windowText" lastClr="000000"/>
                  </a:solidFill>
                </a:ln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endParaRPr lang="en-GB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1"/>
          <p:cNvSpPr/>
          <p:nvPr/>
        </p:nvSpPr>
        <p:spPr>
          <a:xfrm>
            <a:off x="5022582" y="145416"/>
            <a:ext cx="2160000" cy="2180664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rmAutofit/>
          </a:bodyPr>
          <a:lstStyle/>
          <a:p>
            <a:pPr algn="ctr"/>
            <a:endParaRPr lang="en-GB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2"/>
          <p:cNvSpPr/>
          <p:nvPr/>
        </p:nvSpPr>
        <p:spPr>
          <a:xfrm>
            <a:off x="7283230" y="145416"/>
            <a:ext cx="2160000" cy="216000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rmAutofit/>
          </a:bodyPr>
          <a:lstStyle/>
          <a:p>
            <a:pPr algn="ctr"/>
            <a:endParaRPr lang="en-GB" sz="4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3"/>
          <p:cNvSpPr/>
          <p:nvPr/>
        </p:nvSpPr>
        <p:spPr>
          <a:xfrm>
            <a:off x="9503555" y="151848"/>
            <a:ext cx="2160000" cy="2160000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rmAutofit/>
          </a:bodyPr>
          <a:lstStyle/>
          <a:p>
            <a:pPr algn="ctr"/>
            <a:endParaRPr lang="en-GB" sz="4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4"/>
          <p:cNvSpPr/>
          <p:nvPr/>
        </p:nvSpPr>
        <p:spPr>
          <a:xfrm>
            <a:off x="5062537" y="2311848"/>
            <a:ext cx="2184047" cy="2160000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rmAutofit/>
          </a:bodyPr>
          <a:lstStyle/>
          <a:p>
            <a:pPr algn="ctr"/>
            <a:endParaRPr lang="en-GB" sz="4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5"/>
          <p:cNvSpPr/>
          <p:nvPr/>
        </p:nvSpPr>
        <p:spPr>
          <a:xfrm>
            <a:off x="7276720" y="2355600"/>
            <a:ext cx="2203705" cy="2177424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rmAutofit/>
          </a:bodyPr>
          <a:lstStyle/>
          <a:p>
            <a:pPr algn="ctr"/>
            <a:endParaRPr lang="en-GB" sz="4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6"/>
          <p:cNvSpPr/>
          <p:nvPr/>
        </p:nvSpPr>
        <p:spPr>
          <a:xfrm>
            <a:off x="9510172" y="2364312"/>
            <a:ext cx="2160000" cy="2160000"/>
          </a:xfrm>
          <a:prstGeom prst="rect">
            <a:avLst/>
          </a:prstGeom>
          <a:blipFill>
            <a:blip r:embed="rId8"/>
            <a:stretch>
              <a:fillRect/>
            </a:stretch>
          </a:blip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rmAutofit/>
          </a:bodyPr>
          <a:lstStyle/>
          <a:p>
            <a:pPr algn="ctr"/>
            <a:endParaRPr lang="en-GB" sz="4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7"/>
          <p:cNvSpPr/>
          <p:nvPr/>
        </p:nvSpPr>
        <p:spPr>
          <a:xfrm>
            <a:off x="5071557" y="4535928"/>
            <a:ext cx="2160000" cy="2160000"/>
          </a:xfrm>
          <a:prstGeom prst="rect">
            <a:avLst/>
          </a:prstGeom>
          <a:blipFill>
            <a:blip r:embed="rId9"/>
            <a:stretch>
              <a:fillRect/>
            </a:stretch>
          </a:blip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rmAutofit/>
          </a:bodyPr>
          <a:lstStyle/>
          <a:p>
            <a:pPr algn="ctr"/>
            <a:endParaRPr lang="en-GB" sz="4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8"/>
          <p:cNvSpPr/>
          <p:nvPr/>
        </p:nvSpPr>
        <p:spPr>
          <a:xfrm>
            <a:off x="7302380" y="4552584"/>
            <a:ext cx="2160000" cy="2160000"/>
          </a:xfrm>
          <a:prstGeom prst="rect">
            <a:avLst/>
          </a:prstGeom>
          <a:blipFill>
            <a:blip r:embed="rId10"/>
            <a:stretch>
              <a:fillRect/>
            </a:stretch>
          </a:blip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rmAutofit/>
          </a:bodyPr>
          <a:lstStyle/>
          <a:p>
            <a:pPr algn="ctr"/>
            <a:endParaRPr lang="en-GB" sz="4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9"/>
          <p:cNvSpPr/>
          <p:nvPr/>
        </p:nvSpPr>
        <p:spPr>
          <a:xfrm>
            <a:off x="9466889" y="4523484"/>
            <a:ext cx="2203248" cy="2160000"/>
          </a:xfrm>
          <a:prstGeom prst="rect">
            <a:avLst/>
          </a:prstGeom>
          <a:blipFill>
            <a:blip r:embed="rId11"/>
            <a:stretch>
              <a:fillRect/>
            </a:stretch>
          </a:blip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rmAutofit/>
          </a:bodyPr>
          <a:lstStyle/>
          <a:p>
            <a:pPr algn="ctr"/>
            <a:endParaRPr lang="en-GB" sz="4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128923" y="6453000"/>
            <a:ext cx="987779" cy="252000"/>
            <a:chOff x="128923" y="6453000"/>
            <a:chExt cx="987779" cy="252000"/>
          </a:xfrm>
        </p:grpSpPr>
        <p:pic>
          <p:nvPicPr>
            <p:cNvPr id="35" name="Picture 34"/>
            <p:cNvPicPr>
              <a:picLocks noChangeAspect="1"/>
            </p:cNvPicPr>
            <p:nvPr/>
          </p:nvPicPr>
          <p:blipFill>
            <a:blip r:embed="rId12" cstate="print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8923" y="6453000"/>
              <a:ext cx="252000" cy="252000"/>
            </a:xfrm>
            <a:prstGeom prst="rect">
              <a:avLst/>
            </a:prstGeom>
          </p:spPr>
        </p:pic>
        <p:sp>
          <p:nvSpPr>
            <p:cNvPr id="36" name="Rectangle 35"/>
            <p:cNvSpPr/>
            <p:nvPr/>
          </p:nvSpPr>
          <p:spPr>
            <a:xfrm>
              <a:off x="380923" y="6502056"/>
              <a:ext cx="735779" cy="153888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0" i="1" cap="none" spc="0" dirty="0">
                  <a:ln w="0"/>
                  <a:solidFill>
                    <a:srgbClr val="2B61A4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tekhnologic</a:t>
              </a:r>
            </a:p>
          </p:txBody>
        </p:sp>
      </p:grpSp>
      <p:sp useBgFill="1">
        <p:nvSpPr>
          <p:cNvPr id="13" name="TextBox 12">
            <a:extLst>
              <a:ext uri="{FF2B5EF4-FFF2-40B4-BE49-F238E27FC236}">
                <a16:creationId xmlns:a16="http://schemas.microsoft.com/office/drawing/2014/main" id="{A798FBC4-50EB-79A3-247F-EAE87B8716FD}"/>
              </a:ext>
            </a:extLst>
          </p:cNvPr>
          <p:cNvSpPr txBox="1"/>
          <p:nvPr/>
        </p:nvSpPr>
        <p:spPr>
          <a:xfrm>
            <a:off x="102031" y="695353"/>
            <a:ext cx="4908145" cy="489364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5400" b="1" dirty="0">
                <a:ln>
                  <a:solidFill>
                    <a:schemeClr val="tx2"/>
                  </a:solidFill>
                </a:ln>
                <a:solidFill>
                  <a:srgbClr val="FFFF00"/>
                </a:solidFill>
                <a:latin typeface="Century Gothic" panose="020B0502020202020204" pitchFamily="34" charset="0"/>
              </a:rPr>
              <a:t>What would you like</a:t>
            </a:r>
          </a:p>
          <a:p>
            <a:r>
              <a:rPr lang="en-US" sz="5400" b="1" dirty="0">
                <a:ln>
                  <a:solidFill>
                    <a:schemeClr val="tx2"/>
                  </a:solidFill>
                </a:ln>
                <a:solidFill>
                  <a:srgbClr val="FFFF00"/>
                </a:solidFill>
                <a:latin typeface="Century Gothic" panose="020B0502020202020204" pitchFamily="34" charset="0"/>
              </a:rPr>
              <a:t>to be in the future?</a:t>
            </a:r>
          </a:p>
          <a:p>
            <a:r>
              <a:rPr lang="en-US" sz="4800" b="1" dirty="0">
                <a:ln>
                  <a:solidFill>
                    <a:schemeClr val="bg1"/>
                  </a:solidFill>
                </a:ln>
                <a:solidFill>
                  <a:srgbClr val="FF5050"/>
                </a:solidFill>
                <a:latin typeface="Century Gothic" panose="020B0502020202020204" pitchFamily="34" charset="0"/>
              </a:rPr>
              <a:t>I'd like to be ____.</a:t>
            </a:r>
          </a:p>
        </p:txBody>
      </p:sp>
    </p:spTree>
    <p:extLst>
      <p:ext uri="{BB962C8B-B14F-4D97-AF65-F5344CB8AC3E}">
        <p14:creationId xmlns:p14="http://schemas.microsoft.com/office/powerpoint/2010/main" val="3303837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65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79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" fill="hold">
                      <p:stCondLst>
                        <p:cond delay="0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100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" fill="hold">
                      <p:stCondLst>
                        <p:cond delay="0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107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14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21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2" fill="hold">
                      <p:stCondLst>
                        <p:cond delay="0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135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6" fill="hold">
                      <p:stCondLst>
                        <p:cond delay="0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14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3" fill="hold">
                      <p:stCondLst>
                        <p:cond delay="0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1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0" fill="hold">
                      <p:stCondLst>
                        <p:cond delay="0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56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163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4" fill="hold">
                      <p:stCondLst>
                        <p:cond delay="0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77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8" fill="hold">
                      <p:stCondLst>
                        <p:cond delay="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84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5" fill="hold">
                      <p:stCondLst>
                        <p:cond delay="0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91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2" fill="hold">
                      <p:stCondLst>
                        <p:cond delay="0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4" grpId="2" animBg="1"/>
      <p:bldP spid="5" grpId="0" animBg="1"/>
      <p:bldP spid="5" grpId="1" animBg="1"/>
      <p:bldP spid="5" grpId="2" animBg="1"/>
      <p:bldP spid="6" grpId="0" animBg="1"/>
      <p:bldP spid="6" grpId="1" animBg="1"/>
      <p:bldP spid="6" grpId="2" animBg="1"/>
      <p:bldP spid="7" grpId="0" animBg="1"/>
      <p:bldP spid="7" grpId="1" animBg="1"/>
      <p:bldP spid="7" grpId="2" animBg="1"/>
      <p:bldP spid="8" grpId="0" animBg="1"/>
      <p:bldP spid="8" grpId="1" animBg="1"/>
      <p:bldP spid="8" grpId="2" animBg="1"/>
      <p:bldP spid="9" grpId="0" animBg="1"/>
      <p:bldP spid="9" grpId="1" animBg="1"/>
      <p:bldP spid="9" grpId="2" animBg="1"/>
      <p:bldP spid="10" grpId="0" animBg="1"/>
      <p:bldP spid="10" grpId="1" animBg="1"/>
      <p:bldP spid="10" grpId="2" animBg="1"/>
      <p:bldP spid="11" grpId="0" animBg="1"/>
      <p:bldP spid="11" grpId="1" animBg="1"/>
      <p:bldP spid="11" grpId="2" animBg="1"/>
      <p:bldP spid="12" grpId="0" animBg="1"/>
      <p:bldP spid="12" grpId="1" animBg="1"/>
      <p:bldP spid="12" grpId="2" animBg="1"/>
      <p:bldP spid="14" grpId="0" animBg="1"/>
      <p:bldP spid="14" grpId="1" animBg="1"/>
      <p:bldP spid="14" grpId="2" animBg="1"/>
      <p:bldP spid="15" grpId="0" animBg="1"/>
      <p:bldP spid="15" grpId="1" animBg="1"/>
      <p:bldP spid="15" grpId="2" animBg="1"/>
      <p:bldP spid="16" grpId="0" animBg="1"/>
      <p:bldP spid="16" grpId="1" animBg="1"/>
      <p:bldP spid="16" grpId="2" animBg="1"/>
      <p:bldP spid="17" grpId="0" animBg="1"/>
      <p:bldP spid="17" grpId="1" animBg="1"/>
      <p:bldP spid="17" grpId="2" animBg="1"/>
      <p:bldP spid="18" grpId="0" animBg="1"/>
      <p:bldP spid="18" grpId="1" animBg="1"/>
      <p:bldP spid="18" grpId="2" animBg="1"/>
      <p:bldP spid="19" grpId="0" animBg="1"/>
      <p:bldP spid="19" grpId="1" animBg="1"/>
      <p:bldP spid="19" grpId="2" animBg="1"/>
      <p:bldP spid="20" grpId="0" animBg="1"/>
      <p:bldP spid="20" grpId="1" animBg="1"/>
      <p:bldP spid="20" grpId="2" animBg="1"/>
      <p:bldP spid="21" grpId="0" animBg="1"/>
      <p:bldP spid="21" grpId="1" animBg="1"/>
      <p:bldP spid="21" grpId="2" animBg="1"/>
      <p:bldP spid="22" grpId="0" animBg="1"/>
      <p:bldP spid="22" grpId="1" animBg="1"/>
      <p:bldP spid="22" grpId="2" animBg="1"/>
      <p:bldP spid="23" grpId="0" animBg="1"/>
      <p:bldP spid="23" grpId="1" animBg="1"/>
      <p:bldP spid="23" grpId="2" animBg="1"/>
      <p:bldP spid="24" grpId="0" animBg="1"/>
      <p:bldP spid="24" grpId="1" animBg="1"/>
      <p:bldP spid="24" grpId="2" animBg="1"/>
      <p:bldP spid="25" grpId="0" animBg="1"/>
      <p:bldP spid="25" grpId="1" animBg="1"/>
      <p:bldP spid="25" grpId="2" animBg="1"/>
      <p:bldP spid="26" grpId="0" animBg="1"/>
      <p:bldP spid="26" grpId="1" animBg="1"/>
      <p:bldP spid="26" grpId="2" animBg="1"/>
      <p:bldP spid="27" grpId="0" animBg="1"/>
      <p:bldP spid="27" grpId="1" animBg="1"/>
      <p:bldP spid="27" grpId="2" animBg="1"/>
      <p:bldP spid="28" grpId="0" animBg="1"/>
      <p:bldP spid="28" grpId="1" animBg="1"/>
      <p:bldP spid="28" grpId="2" animBg="1"/>
      <p:bldP spid="29" grpId="0" animBg="1"/>
      <p:bldP spid="29" grpId="1" animBg="1"/>
      <p:bldP spid="29" grpId="2" animBg="1"/>
      <p:bldP spid="30" grpId="0" animBg="1"/>
      <p:bldP spid="30" grpId="1" animBg="1"/>
      <p:bldP spid="30" grpId="2" animBg="1"/>
      <p:bldP spid="31" grpId="0" animBg="1"/>
      <p:bldP spid="31" grpId="1" animBg="1"/>
      <p:bldP spid="31" grpId="2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571</TotalTime>
  <Words>64</Words>
  <Application>Microsoft Macintosh PowerPoint</Application>
  <PresentationFormat>Widescreen</PresentationFormat>
  <Paragraphs>28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Century Gothic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tekhnologic</dc:creator>
  <cp:lastModifiedBy>Trang Đặng</cp:lastModifiedBy>
  <cp:revision>23</cp:revision>
  <dcterms:created xsi:type="dcterms:W3CDTF">2016-12-17T23:53:13Z</dcterms:created>
  <dcterms:modified xsi:type="dcterms:W3CDTF">2026-09-30T23:21:31Z</dcterms:modified>
</cp:coreProperties>
</file>